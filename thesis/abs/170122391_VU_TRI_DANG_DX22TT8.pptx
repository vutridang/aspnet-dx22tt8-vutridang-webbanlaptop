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C2376A-140D-4B36-A361-E0E191A807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4B1A7C-CE1D-49F1-8B70-C4ABD10DAE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9A23F4-44A3-4B4B-9B05-0C78C0F16F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E73262-D92D-4946-830C-5C03C13659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DC3465-4C1D-48DF-B6D8-E65ECECD2B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0AE070-ADB8-481A-95FB-C779833ABC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0D9308-300C-4613-A12A-5389AD3599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7722DE-A3E2-4915-93EE-A052618D43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EEDFD79-25FB-4F07-8A2E-57350B5DC7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CDBF38E-9A52-47EC-8399-0F2A218050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796F7F-5BE9-4CF3-8EB8-8884B78EDF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Website Bán Laptop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2057400"/>
            <a:ext cx="8229240" cy="388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Giảng viên: Đoàn Phước Miền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Sinh viên thực hiện: Vũ Trí Đăng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Niên khóa 2022 – 2026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 video: https://drive.google.com/file/d/1dpDEBDDC7JpJqX-kXYEDHXEGHYcWACCA/view?usp=drive_link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Github: https://github.com/Vutridang/ASPNET-dx22tt8-vutridang-WEBBANLAPTOP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Giới thiệu đề tài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Xây dựng website bán laptop phục vụ người dùng.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Hỗ trợ xem sản phẩm, giỏ hàng và đặt hàng cho khách hàng.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-Hỗ trợ quản lý user, sản phẩm, đơn hàng, danh mục, nhãn hiệu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Công nghệ sử dụng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Ngôn ngữ: C#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Framework: .NET Framework 3.5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Database: SQL Server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Giao diện: ASP.NET Webform + Bootstrap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Chức năng chính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Đăng nhập, đăng ký, phân quyền.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Quản lý sản phẩm, danh mục, thương hiệu.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Giỏ hàng và thanh toán.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Quản trị đơn hàng.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Kết luận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Hoàn thành website với đầy đủ chức năng.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Hệ thống dễ sử dụng và triển khai.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LibreOffice/25.2.6.2$Windows_X86_64 LibreOffice_project/729c5bfe710f5eb71ed3bbde9e06a6065e9c6c5d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2025-11-05T22:12:46Z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